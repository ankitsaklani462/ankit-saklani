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8" r:id="rId4"/>
  </p:sldMasterIdLst>
  <p:notesMasterIdLst>
    <p:notesMasterId r:id="rId7"/>
  </p:notesMasterIdLst>
  <p:handoutMasterIdLst>
    <p:handoutMasterId r:id="rId8"/>
  </p:handoutMasterIdLst>
  <p:sldIdLst>
    <p:sldId id="351" r:id="rId5"/>
    <p:sldId id="289" r:id="rId6"/>
  </p:sldIdLst>
  <p:sldSz cx="12192000" cy="6858000"/>
  <p:notesSz cx="6807200" cy="99393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7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CC"/>
    <a:srgbClr val="000099"/>
    <a:srgbClr val="0000FF"/>
    <a:srgbClr val="F09600"/>
    <a:srgbClr val="00FFFF"/>
    <a:srgbClr val="ABFFFF"/>
    <a:srgbClr val="79FFFF"/>
    <a:srgbClr val="6A6A6A"/>
    <a:srgbClr val="33B7DF"/>
    <a:srgbClr val="66C9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A488322-F2BA-4B5B-9748-0D474271808F}" styleName="中間スタイル 3 - アクセント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4C1A8A3-306A-4EB7-A6B1-4F7E0EB9C5D6}" styleName="中間スタイル 3 - アクセント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9631B5-78F2-41C9-869B-9F39066F8104}" styleName="中間スタイル 3 - アクセント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中間スタイル 3 - アクセント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5BE263C-DBD7-4A20-BB59-AAB30ACAA65A}" styleName="中間スタイル 3 - アクセント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中間スタイル 3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スタイル (中間)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941" autoAdjust="0"/>
    <p:restoredTop sz="94364" autoAdjust="0"/>
  </p:normalViewPr>
  <p:slideViewPr>
    <p:cSldViewPr snapToGrid="0" snapToObjects="1" showGuides="1">
      <p:cViewPr varScale="1">
        <p:scale>
          <a:sx n="63" d="100"/>
          <a:sy n="63" d="100"/>
        </p:scale>
        <p:origin x="880" y="56"/>
      </p:cViewPr>
      <p:guideLst>
        <p:guide orient="horz" pos="2160"/>
        <p:guide pos="3780"/>
      </p:guideLst>
    </p:cSldViewPr>
  </p:slideViewPr>
  <p:outlineViewPr>
    <p:cViewPr>
      <p:scale>
        <a:sx n="33" d="100"/>
        <a:sy n="33" d="100"/>
      </p:scale>
      <p:origin x="0" y="-66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81" d="100"/>
          <a:sy n="81" d="100"/>
        </p:scale>
        <p:origin x="3990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55838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B96CBE-33DF-4895-AA96-1CB2A6CF2AEB}" type="datetimeFigureOut">
              <a:rPr kumimoji="1" lang="ja-JP" altLang="en-US" smtClean="0"/>
              <a:t>2025/2/5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D727EA-8EC9-4DCB-9C56-99E43C7D87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869502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BBB565-2138-EA46-B8C4-21968C3C151D}" type="datetimeFigureOut">
              <a:rPr kumimoji="1" lang="ja-JP" altLang="en-US" smtClean="0"/>
              <a:t>2025/2/5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26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A26345-BB63-6546-B930-E2175619349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103247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0203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0191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5719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920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4237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1066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6276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047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8414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2771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36173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本文ペー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1"/>
          </p:cNvSpPr>
          <p:nvPr>
            <p:ph type="ctrTitle" hasCustomPrompt="1"/>
          </p:nvPr>
        </p:nvSpPr>
        <p:spPr>
          <a:xfrm>
            <a:off x="600001" y="360001"/>
            <a:ext cx="10992000" cy="46166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00000"/>
              </a:lnSpc>
              <a:defRPr sz="3000" b="1" i="0">
                <a:latin typeface="+mn-ea"/>
                <a:ea typeface="+mn-ea"/>
                <a:cs typeface="ヒラギノ角ゴ Pro W6" panose="020B0600000000000000" pitchFamily="34" charset="-128"/>
              </a:defRPr>
            </a:lvl1pPr>
          </a:lstStyle>
          <a:p>
            <a:r>
              <a:rPr lang="ja-JP" altLang="en-US" dirty="0"/>
              <a:t>タイトル</a:t>
            </a:r>
            <a:endParaRPr lang="en-US" dirty="0"/>
          </a:p>
        </p:txBody>
      </p:sp>
      <p:cxnSp>
        <p:nvCxnSpPr>
          <p:cNvPr id="21" name="直線コネクタ 20"/>
          <p:cNvCxnSpPr/>
          <p:nvPr userDrawn="1"/>
        </p:nvCxnSpPr>
        <p:spPr>
          <a:xfrm>
            <a:off x="600001" y="990000"/>
            <a:ext cx="10996800" cy="0"/>
          </a:xfrm>
          <a:prstGeom prst="line">
            <a:avLst/>
          </a:prstGeom>
          <a:ln w="381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600001" y="1180510"/>
            <a:ext cx="10992000" cy="83099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chemeClr val="tx1"/>
                </a:solidFill>
                <a:latin typeface="+mn-ea"/>
                <a:ea typeface="+mn-ea"/>
                <a:cs typeface="Hiragino Kaku Gothic Pro W6" charset="-128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dirty="0"/>
              <a:t>この文章はダミーです。文字の大きさ、量、字間、行間等を確認するために入れています。この文章はダミーです。文字の大きさ、量、字間、行間等を確認するために入れています。この文章はダミーです。文字の大きさ、量、字間、行間等を確認するために入れています。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9618560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/>
          <p:cNvSpPr/>
          <p:nvPr userDrawn="1"/>
        </p:nvSpPr>
        <p:spPr>
          <a:xfrm>
            <a:off x="0" y="0"/>
            <a:ext cx="12192000" cy="45900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solidFill>
                  <a:schemeClr val="tx2"/>
                </a:solidFill>
              </a:rPr>
              <a:t>テーマに合った写真を入れてください</a:t>
            </a:r>
            <a:endParaRPr kumimoji="1" lang="en-US" altLang="ja-JP" sz="2800" b="1" dirty="0">
              <a:solidFill>
                <a:schemeClr val="tx2"/>
              </a:solidFill>
            </a:endParaRPr>
          </a:p>
          <a:p>
            <a:pPr algn="ctr"/>
            <a:r>
              <a:rPr kumimoji="1" lang="ja-JP" altLang="en-US" sz="2400" b="0" dirty="0">
                <a:solidFill>
                  <a:schemeClr val="tx2"/>
                </a:solidFill>
              </a:rPr>
              <a:t>（スライドマスターより編集可）</a:t>
            </a:r>
            <a:endParaRPr kumimoji="1" lang="ja-JP" altLang="en-US" sz="2800" b="0" dirty="0">
              <a:solidFill>
                <a:schemeClr val="tx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600000" y="4828056"/>
            <a:ext cx="10992000" cy="923330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>
              <a:lnSpc>
                <a:spcPct val="100000"/>
              </a:lnSpc>
              <a:defRPr sz="3000" b="1" i="0">
                <a:latin typeface="+mj-ea"/>
                <a:ea typeface="+mj-ea"/>
                <a:cs typeface="ヒラギノ角ゴ Pro W6" panose="020B0600000000000000" pitchFamily="34" charset="-128"/>
              </a:defRPr>
            </a:lvl1pPr>
          </a:lstStyle>
          <a:p>
            <a:r>
              <a:rPr lang="ja-JP" altLang="en-US" dirty="0"/>
              <a:t>プレゼンテーションタイトル</a:t>
            </a:r>
            <a:br>
              <a:rPr lang="en-US" altLang="ja-JP" dirty="0"/>
            </a:br>
            <a:r>
              <a:rPr lang="ja-JP" altLang="en-US" dirty="0"/>
              <a:t>プレゼンテーションタイトル</a:t>
            </a:r>
            <a:endParaRPr lang="en-US" dirty="0"/>
          </a:p>
        </p:txBody>
      </p:sp>
      <p:pic>
        <p:nvPicPr>
          <p:cNvPr id="7" name="Picture 2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4248" y="35315"/>
            <a:ext cx="1747397" cy="340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00000" y="5957466"/>
            <a:ext cx="10992000" cy="24622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1" i="0" baseline="0">
                <a:latin typeface="+mj-ea"/>
                <a:ea typeface="+mj-ea"/>
                <a:cs typeface="Hiragino Kaku Gothic Pro W6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ja-JP" dirty="0"/>
              <a:t>YYYY.MM.DD</a:t>
            </a:r>
            <a:r>
              <a:rPr lang="ja-JP" altLang="en-US" dirty="0"/>
              <a:t> トヨタ紡織</a:t>
            </a:r>
            <a:r>
              <a:rPr lang="en-US" altLang="ja-JP" dirty="0"/>
              <a:t>(</a:t>
            </a:r>
            <a:r>
              <a:rPr lang="ja-JP" altLang="en-US" dirty="0"/>
              <a:t>株</a:t>
            </a:r>
            <a:r>
              <a:rPr lang="en-US" altLang="ja-JP" dirty="0"/>
              <a:t>)</a:t>
            </a:r>
            <a:r>
              <a:rPr lang="ja-JP" altLang="en-US" dirty="0"/>
              <a:t> 部署名 名前</a:t>
            </a:r>
            <a:endParaRPr lang="en-US" altLang="ja-JP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扉ペー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600000" y="2921170"/>
            <a:ext cx="10992000" cy="101566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00000"/>
              </a:lnSpc>
              <a:defRPr sz="6600" b="1" i="0">
                <a:latin typeface="+mn-ea"/>
                <a:ea typeface="+mn-ea"/>
                <a:cs typeface="ヒラギノ角ゴ Pro W6" panose="020B0600000000000000" pitchFamily="34" charset="-128"/>
              </a:defRPr>
            </a:lvl1pPr>
          </a:lstStyle>
          <a:p>
            <a:r>
              <a:rPr lang="ja-JP" altLang="en-US" dirty="0"/>
              <a:t>中扉 タイトル</a:t>
            </a:r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pic>
        <p:nvPicPr>
          <p:cNvPr id="7" name="Picture 20"/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0529" y="35314"/>
            <a:ext cx="1401116" cy="528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図 15"/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97662"/>
            <a:ext cx="12192000" cy="60338"/>
          </a:xfrm>
          <a:prstGeom prst="rect">
            <a:avLst/>
          </a:prstGeom>
        </p:spPr>
      </p:pic>
      <p:pic>
        <p:nvPicPr>
          <p:cNvPr id="10" name="図 17"/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4760" y="6356350"/>
            <a:ext cx="2214880" cy="389917"/>
          </a:xfrm>
          <a:prstGeom prst="rect">
            <a:avLst/>
          </a:prstGeom>
        </p:spPr>
      </p:pic>
      <p:pic>
        <p:nvPicPr>
          <p:cNvPr id="11" name="図 9"/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000" y="6553199"/>
            <a:ext cx="2726944" cy="139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951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61" r:id="rId13"/>
    <p:sldLayoutId id="2147483665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02063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無題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2" y="1445486"/>
            <a:ext cx="8299620" cy="44448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 Box 8"/>
          <p:cNvSpPr txBox="1">
            <a:spLocks noChangeArrowheads="1"/>
          </p:cNvSpPr>
          <p:nvPr/>
        </p:nvSpPr>
        <p:spPr bwMode="auto">
          <a:xfrm>
            <a:off x="1843432" y="3039128"/>
            <a:ext cx="8786812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Angsana New"/>
                <a:cs typeface="Angsana New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ngsana New"/>
                <a:cs typeface="Angsana New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ngsana New"/>
                <a:cs typeface="Angsana New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ngsana New"/>
                <a:cs typeface="Angsana New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ngsana New"/>
                <a:cs typeface="Angsana New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ngsana New"/>
                <a:cs typeface="Angsana New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ngsana New"/>
                <a:cs typeface="Angsana New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ngsana New"/>
                <a:cs typeface="Angsana New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ngsana New"/>
                <a:cs typeface="Angsana New"/>
              </a:defRPr>
            </a:lvl9pPr>
          </a:lstStyle>
          <a:p>
            <a:pPr algn="ctr" fontAlgn="base">
              <a:lnSpc>
                <a:spcPts val="3000"/>
              </a:lnSpc>
              <a:spcBef>
                <a:spcPct val="50000"/>
              </a:spcBef>
              <a:spcAft>
                <a:spcPct val="0"/>
              </a:spcAft>
              <a:buNone/>
              <a:defRPr/>
            </a:pPr>
            <a:r>
              <a:rPr lang="en-US" altLang="ja-JP" sz="3600" b="1" dirty="0"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Thank you</a:t>
            </a:r>
          </a:p>
        </p:txBody>
      </p:sp>
      <p:sp>
        <p:nvSpPr>
          <p:cNvPr id="12" name="正方形/長方形 27">
            <a:extLst>
              <a:ext uri="{FF2B5EF4-FFF2-40B4-BE49-F238E27FC236}">
                <a16:creationId xmlns:a16="http://schemas.microsoft.com/office/drawing/2014/main" id="{5CE80D65-6DC4-4F6C-9009-D2B6DA638FAB}"/>
              </a:ext>
            </a:extLst>
          </p:cNvPr>
          <p:cNvSpPr/>
          <p:nvPr/>
        </p:nvSpPr>
        <p:spPr>
          <a:xfrm>
            <a:off x="457473" y="128849"/>
            <a:ext cx="8613779" cy="6791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Kaizen Report </a:t>
            </a:r>
            <a:r>
              <a:rPr lang="ja-JP" altLang="en-US" sz="3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改善報告</a:t>
            </a:r>
            <a:endParaRPr lang="ja-JP" altLang="en-US" sz="28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Slide Number Placeholder 10">
            <a:extLst>
              <a:ext uri="{FF2B5EF4-FFF2-40B4-BE49-F238E27FC236}">
                <a16:creationId xmlns:a16="http://schemas.microsoft.com/office/drawing/2014/main" id="{DD468EA8-C6F1-8F33-0546-D2E4FC79B3A5}"/>
              </a:ext>
            </a:extLst>
          </p:cNvPr>
          <p:cNvSpPr txBox="1">
            <a:spLocks/>
          </p:cNvSpPr>
          <p:nvPr/>
        </p:nvSpPr>
        <p:spPr>
          <a:xfrm>
            <a:off x="11593932" y="6405647"/>
            <a:ext cx="551934" cy="320675"/>
          </a:xfrm>
          <a:prstGeom prst="rect">
            <a:avLst/>
          </a:prstGeom>
          <a:solidFill>
            <a:srgbClr val="FFFF00"/>
          </a:solidFill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328E71F-1D22-4048-9B11-6CAA9E57A5CB}" type="slidenum">
              <a:rPr lang="ja-JP" altLang="en-US" sz="1600" b="1" smtClean="0">
                <a:latin typeface="Tahoma" panose="020B0604030504040204" pitchFamily="34" charset="0"/>
                <a:ea typeface="Meiryo UI" panose="020B0604030504040204" pitchFamily="50" charset="-128"/>
                <a:cs typeface="Tahoma" panose="020B0604030504040204" pitchFamily="34" charset="0"/>
              </a:rPr>
              <a:pPr algn="ctr"/>
              <a:t>2</a:t>
            </a:fld>
            <a:endParaRPr lang="en-US" altLang="ja-JP" sz="16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030865"/>
      </p:ext>
    </p:extLst>
  </p:cSld>
  <p:clrMapOvr>
    <a:masterClrMapping/>
  </p:clrMapOvr>
</p:sld>
</file>

<file path=ppt/theme/theme1.xml><?xml version="1.0" encoding="utf-8"?>
<a:theme xmlns:a="http://schemas.openxmlformats.org/drawingml/2006/main" name="ホワイト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ホワイ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Yu Gothic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5cd3ba2-7082-4371-904b-30edda0f0c08">
      <Terms xmlns="http://schemas.microsoft.com/office/infopath/2007/PartnerControls"/>
    </lcf76f155ced4ddcb4097134ff3c332f>
    <TaxCatchAll xmlns="66909e41-870c-4edd-8ba0-975ea09a82e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1F19F97CD8AC499B851E984802A966" ma:contentTypeVersion="15" ma:contentTypeDescription="Create a new document." ma:contentTypeScope="" ma:versionID="b10ecde6719d407be05d3415d518f72c">
  <xsd:schema xmlns:xsd="http://www.w3.org/2001/XMLSchema" xmlns:xs="http://www.w3.org/2001/XMLSchema" xmlns:p="http://schemas.microsoft.com/office/2006/metadata/properties" xmlns:ns2="65cd3ba2-7082-4371-904b-30edda0f0c08" xmlns:ns3="66909e41-870c-4edd-8ba0-975ea09a82e3" targetNamespace="http://schemas.microsoft.com/office/2006/metadata/properties" ma:root="true" ma:fieldsID="694a9e3761e26aa8cd0233d3442ad6d4" ns2:_="" ns3:_="">
    <xsd:import namespace="65cd3ba2-7082-4371-904b-30edda0f0c08"/>
    <xsd:import namespace="66909e41-870c-4edd-8ba0-975ea09a82e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cd3ba2-7082-4371-904b-30edda0f0c0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9200d548-6dcd-4e18-9105-01986e2118c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909e41-870c-4edd-8ba0-975ea09a82e3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b5a8d15b-5fd2-4b1a-a3e0-392261e18002}" ma:internalName="TaxCatchAll" ma:showField="CatchAllData" ma:web="66909e41-870c-4edd-8ba0-975ea09a82e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245CCE1-EE3E-4E1B-8C4A-584E6A388AB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7A9C9DA-E75C-42B1-82F7-FE9F41FC8B61}">
  <ds:schemaRefs>
    <ds:schemaRef ds:uri="66909e41-870c-4edd-8ba0-975ea09a82e3"/>
    <ds:schemaRef ds:uri="http://purl.org/dc/elements/1.1/"/>
    <ds:schemaRef ds:uri="http://schemas.microsoft.com/office/infopath/2007/PartnerControls"/>
    <ds:schemaRef ds:uri="http://purl.org/dc/terms/"/>
    <ds:schemaRef ds:uri="65cd3ba2-7082-4371-904b-30edda0f0c08"/>
    <ds:schemaRef ds:uri="http://schemas.microsoft.com/office/2006/documentManagement/types"/>
    <ds:schemaRef ds:uri="http://schemas.microsoft.com/office/2006/metadata/properties"/>
    <ds:schemaRef ds:uri="http://purl.org/dc/dcmitype/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F872E7D4-D2A9-4BE2-A860-A1586C5603D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5cd3ba2-7082-4371-904b-30edda0f0c08"/>
    <ds:schemaRef ds:uri="66909e41-870c-4edd-8ba0-975ea09a82e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21275</TotalTime>
  <Words>9</Words>
  <Application>Microsoft Office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Meiryo UI</vt:lpstr>
      <vt:lpstr>游ゴシック</vt:lpstr>
      <vt:lpstr>游ゴシック</vt:lpstr>
      <vt:lpstr>Arial</vt:lpstr>
      <vt:lpstr>Calibri</vt:lpstr>
      <vt:lpstr>Calibri Light</vt:lpstr>
      <vt:lpstr>Tahoma</vt:lpstr>
      <vt:lpstr>ホワイト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Microsoft Office ユーザー</dc:creator>
  <cp:lastModifiedBy>TBDI_production</cp:lastModifiedBy>
  <cp:revision>883</cp:revision>
  <cp:lastPrinted>2024-06-12T05:49:27Z</cp:lastPrinted>
  <dcterms:created xsi:type="dcterms:W3CDTF">2018-03-29T18:51:13Z</dcterms:created>
  <dcterms:modified xsi:type="dcterms:W3CDTF">2025-02-05T08:52:41Z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0x010100DE1F19F97CD8AC499B851E984802A966</vt:lpwstr>
  </property>
</Properties>
</file>